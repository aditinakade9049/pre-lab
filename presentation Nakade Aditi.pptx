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8" r:id="rId14"/>
    <p:sldId id="269" r:id="rId15"/>
    <p:sldId id="272" r:id="rId16"/>
    <p:sldId id="271" r:id="rId17"/>
    <p:sldId id="270" r:id="rId18"/>
    <p:sldId id="274" r:id="rId19"/>
    <p:sldId id="275" r:id="rId20"/>
    <p:sldId id="276" r:id="rId21"/>
    <p:sldId id="277" r:id="rId22"/>
    <p:sldId id="278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EA8C13-66B4-4098-A49D-EC342AF0578A}" v="42" dt="2026-04-08T11:13:24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nakade" userId="53af778e5428853c" providerId="LiveId" clId="{5B26673A-396E-4D95-A421-27A5843BB898}"/>
    <pc:docChg chg="undo custSel addSld delSld modSld sldOrd">
      <pc:chgData name="aditya nakade" userId="53af778e5428853c" providerId="LiveId" clId="{5B26673A-396E-4D95-A421-27A5843BB898}" dt="2026-04-08T11:13:49.228" v="54" actId="2696"/>
      <pc:docMkLst>
        <pc:docMk/>
      </pc:docMkLst>
      <pc:sldChg chg="ord">
        <pc:chgData name="aditya nakade" userId="53af778e5428853c" providerId="LiveId" clId="{5B26673A-396E-4D95-A421-27A5843BB898}" dt="2026-04-08T11:12:24.062" v="44"/>
        <pc:sldMkLst>
          <pc:docMk/>
          <pc:sldMk cId="643892226" sldId="257"/>
        </pc:sldMkLst>
      </pc:sldChg>
      <pc:sldChg chg="modSp add del mod modAnim">
        <pc:chgData name="aditya nakade" userId="53af778e5428853c" providerId="LiveId" clId="{5B26673A-396E-4D95-A421-27A5843BB898}" dt="2026-04-08T11:13:46.347" v="53" actId="2696"/>
        <pc:sldMkLst>
          <pc:docMk/>
          <pc:sldMk cId="1411378746" sldId="279"/>
        </pc:sldMkLst>
        <pc:spChg chg="mod">
          <ac:chgData name="aditya nakade" userId="53af778e5428853c" providerId="LiveId" clId="{5B26673A-396E-4D95-A421-27A5843BB898}" dt="2026-04-08T11:10:39.734" v="8" actId="20577"/>
          <ac:spMkLst>
            <pc:docMk/>
            <pc:sldMk cId="1411378746" sldId="279"/>
            <ac:spMk id="2" creationId="{773629C9-E422-7414-4909-8FC0DC72D8D0}"/>
          </ac:spMkLst>
        </pc:spChg>
        <pc:spChg chg="mod">
          <ac:chgData name="aditya nakade" userId="53af778e5428853c" providerId="LiveId" clId="{5B26673A-396E-4D95-A421-27A5843BB898}" dt="2026-04-08T11:13:24.193" v="52" actId="207"/>
          <ac:spMkLst>
            <pc:docMk/>
            <pc:sldMk cId="1411378746" sldId="279"/>
            <ac:spMk id="3" creationId="{06D7E05B-B3D0-51A7-F35D-27785BA22433}"/>
          </ac:spMkLst>
        </pc:spChg>
      </pc:sldChg>
      <pc:sldChg chg="add del">
        <pc:chgData name="aditya nakade" userId="53af778e5428853c" providerId="LiveId" clId="{5B26673A-396E-4D95-A421-27A5843BB898}" dt="2026-04-08T11:13:49.228" v="54" actId="2696"/>
        <pc:sldMkLst>
          <pc:docMk/>
          <pc:sldMk cId="3816670288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3E90-70CE-2104-726C-4FD55F68FA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Title</a:t>
            </a:r>
            <a:r>
              <a:rPr lang="en-GB" sz="4400" dirty="0">
                <a:solidFill>
                  <a:srgbClr val="C00000"/>
                </a:solidFill>
              </a:rPr>
              <a:t>:</a:t>
            </a:r>
            <a:r>
              <a:rPr lang="en-GB" dirty="0">
                <a:solidFill>
                  <a:srgbClr val="C00000"/>
                </a:solidFill>
              </a:rPr>
              <a:t>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B058D-4405-144F-6537-34374575AB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6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Restaurant Website Project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33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36AD4-F799-677F-CD31-336FDE60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80AC-47CE-06A3-64EF-F79D80DAB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768321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Introduction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79BC1-6285-5DFC-D49D-AF649194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812026"/>
            <a:ext cx="8791575" cy="2445774"/>
          </a:xfrm>
        </p:spPr>
        <p:txBody>
          <a:bodyPr/>
          <a:lstStyle/>
          <a:p>
            <a:r>
              <a:rPr lang="en-GB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restaurant website and online menu: "La pasta </a:t>
            </a:r>
            <a:r>
              <a:rPr lang="en-GB" sz="2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bella</a:t>
            </a:r>
            <a:r>
              <a:rPr lang="en-GB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" wants a website </a:t>
            </a:r>
            <a:r>
              <a:rPr lang="en-GB" sz="2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showcasting</a:t>
            </a:r>
            <a:r>
              <a:rPr lang="en-GB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its ambiance with a gallery, an interactive menu (using tables or cards with filters for Veg/Non-Veg), and an online table reservation form with date/time picker.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89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4A5D-B03C-1750-13F8-641A26D2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6A2C-1A25-FA37-D74A-C726A2BFA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873585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7DC03-55C0-ACF6-AE29-5C84C7A58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995948"/>
            <a:ext cx="8791575" cy="3261852"/>
          </a:xfrm>
        </p:spPr>
        <p:txBody>
          <a:bodyPr/>
          <a:lstStyle/>
          <a:p>
            <a:r>
              <a:rPr lang="en-GB" sz="3200" dirty="0">
                <a:solidFill>
                  <a:schemeClr val="bg1"/>
                </a:solidFill>
              </a:rPr>
              <a:t>• Provide online presence.</a:t>
            </a:r>
          </a:p>
          <a:p>
            <a:r>
              <a:rPr lang="en-GB" sz="3200" dirty="0">
                <a:solidFill>
                  <a:schemeClr val="bg1"/>
                </a:solidFill>
              </a:rPr>
              <a:t>• Display menu attractively.</a:t>
            </a:r>
          </a:p>
          <a:p>
            <a:r>
              <a:rPr lang="en-GB" sz="3200" dirty="0">
                <a:solidFill>
                  <a:schemeClr val="bg1"/>
                </a:solidFill>
              </a:rPr>
              <a:t>• Allow table booking.</a:t>
            </a:r>
          </a:p>
          <a:p>
            <a:r>
              <a:rPr lang="en-GB" sz="3200" dirty="0">
                <a:solidFill>
                  <a:schemeClr val="bg1"/>
                </a:solidFill>
              </a:rPr>
              <a:t>• Improve customer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9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E5D91-730C-0D53-91CA-38DB687B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CC212-5D31-ACE0-7538-83EF318FC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148889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Technologies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DAA94-8458-E2A2-CE48-75E5D2550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517058"/>
            <a:ext cx="8791575" cy="2740742"/>
          </a:xfrm>
        </p:spPr>
        <p:txBody>
          <a:bodyPr/>
          <a:lstStyle/>
          <a:p>
            <a:r>
              <a:rPr lang="en-GB" sz="3200" dirty="0">
                <a:solidFill>
                  <a:schemeClr val="bg1"/>
                </a:solidFill>
              </a:rPr>
              <a:t>HTML (</a:t>
            </a:r>
            <a:r>
              <a:rPr lang="en-GB" sz="3200" dirty="0" err="1">
                <a:solidFill>
                  <a:schemeClr val="bg1"/>
                </a:solidFill>
              </a:rPr>
              <a:t>HyperText</a:t>
            </a:r>
            <a:r>
              <a:rPr lang="en-GB" sz="3200" dirty="0">
                <a:solidFill>
                  <a:schemeClr val="bg1"/>
                </a:solidFill>
              </a:rPr>
              <a:t> Markup Language)</a:t>
            </a:r>
            <a:br>
              <a:rPr lang="en-GB" sz="3200" dirty="0">
                <a:solidFill>
                  <a:schemeClr val="bg1"/>
                </a:solidFill>
              </a:rPr>
            </a:br>
            <a:r>
              <a:rPr lang="en-GB" sz="3200" dirty="0">
                <a:solidFill>
                  <a:schemeClr val="bg1"/>
                </a:solidFill>
              </a:rPr>
              <a:t>Used to design and structure all web pages of the website.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2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E05EF-3ABA-CF73-6C4B-88427C28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2F6E-30FB-E5EE-40CA-392E35CB9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129224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Website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AB88F-73C1-3F8A-B782-8DD5647A1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251587"/>
            <a:ext cx="8791575" cy="3006213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Home Page (Hero Section)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About Section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Image Gallery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Menu with Filters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Customer Reviews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Reservation Form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67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072D-C532-B939-02B2-C3618F5F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69B4C-7BA7-5754-46B5-55A8B0482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070231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Menu Highlights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B73E6-C469-9032-49B3-9C4DC1792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310581"/>
            <a:ext cx="8791575" cy="2947219"/>
          </a:xfrm>
        </p:spPr>
        <p:txBody>
          <a:bodyPr/>
          <a:lstStyle/>
          <a:p>
            <a:r>
              <a:rPr lang="nn-NO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Veg &amp; Non-Veg Options</a:t>
            </a:r>
          </a:p>
          <a:p>
            <a:r>
              <a:rPr lang="nn-NO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Pasta &amp; Pizza</a:t>
            </a:r>
          </a:p>
          <a:p>
            <a:r>
              <a:rPr lang="nn-NO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Starters</a:t>
            </a:r>
          </a:p>
          <a:p>
            <a:r>
              <a:rPr lang="nn-NO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Desserts &amp; Drinks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16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635BB-5AB1-7AE4-5096-A7D8D34D0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0D65-E604-DA0A-AAF2-743426AF7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001405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User Interaction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8F9A4-1D2E-761D-D155-0BB6CD94E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192594"/>
            <a:ext cx="8791575" cy="1858296"/>
          </a:xfrm>
        </p:spPr>
        <p:txBody>
          <a:bodyPr/>
          <a:lstStyle/>
          <a:p>
            <a:r>
              <a:rPr lang="nn-NO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Menu filtering (Veg/Non-Veg)</a:t>
            </a:r>
          </a:p>
          <a:p>
            <a:r>
              <a:rPr lang="nn-NO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Smooth scrolling</a:t>
            </a:r>
          </a:p>
          <a:p>
            <a:r>
              <a:rPr lang="nn-NO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Form input for reservation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687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DC6D-7783-6113-0E06-5640EE2E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C3AF-57A6-CFFF-BD7B-39512B32D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178385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Design 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B880A-709D-0902-2707-149DF7F46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526890"/>
            <a:ext cx="8791575" cy="2271252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Background images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Grid layout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Hover effects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Clean UI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82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A11E-8278-DF55-E558-2839D6EE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6297-F2A4-F9F9-DE98-2A10877CB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030902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Advantages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3EBF3-43A9-2322-B275-FB51AACF2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408903"/>
            <a:ext cx="8791575" cy="2848897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Easy to use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Attractive design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Mobile friendly</a:t>
            </a:r>
          </a:p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Enhances business reach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72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83C7-0A4A-18D5-8971-5B8937EB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615C-D03E-06D8-AF57-78EA20DB7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119392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Future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78F67-FB3D-D9B6-9514-CD77428FB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340077"/>
            <a:ext cx="8791575" cy="2276169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• Online payment integration</a:t>
            </a:r>
          </a:p>
          <a:p>
            <a:r>
              <a:rPr lang="en-GB" dirty="0">
                <a:solidFill>
                  <a:schemeClr val="bg1"/>
                </a:solidFill>
              </a:rPr>
              <a:t>• Live order tracking</a:t>
            </a:r>
          </a:p>
          <a:p>
            <a:r>
              <a:rPr lang="en-GB" dirty="0">
                <a:solidFill>
                  <a:schemeClr val="bg1"/>
                </a:solidFill>
              </a:rPr>
              <a:t>• Login system</a:t>
            </a:r>
          </a:p>
          <a:p>
            <a:r>
              <a:rPr lang="en-GB" dirty="0">
                <a:solidFill>
                  <a:schemeClr val="bg1"/>
                </a:solidFill>
              </a:rPr>
              <a:t>• Admin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23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8AB2-F6BE-99F2-9165-16DA954D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81CE-D26D-0958-73AE-DC8A99BA4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148889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E97BC4-D432-F3D4-5B7A-E3E669FE3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379406"/>
            <a:ext cx="8791575" cy="17698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The La Pasta Bella website provides a modern and user-friendly experience with an interactive menu, gallery, and online reservation system, improving customer convenience and strengthening the restaurant’s online presence.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15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9EBA-804F-24D9-691A-33998EFE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B3E4-1C19-7D8D-A0B4-F461A4D63C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CC371-8011-409F-77BF-85C8F67562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6808A-0AD7-85A4-BE24-94643040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485328"/>
            <a:ext cx="10982632" cy="588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9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B6A8C-FEAE-613C-F0F6-F7FBFA95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697D-026C-DABC-D646-D662CE0527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CA8CE-1BE4-292F-B5F7-995B5240DA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3AC64-236D-8583-8010-2991B9C45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4732"/>
            <a:ext cx="12192000" cy="55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5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0E7F2-64E8-2D6D-9AB9-2D452F6A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54D9-A0F5-D09B-8A3C-1361EB72B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F501F-EA2A-DDE7-94B1-F82D1CB71D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B9B26-8ECF-B280-A1CC-98254864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042"/>
            <a:ext cx="12192000" cy="517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D0B3-1DC5-61D8-CCC6-8E0C4C27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C951-7D34-DE98-AB05-99FC2747C5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9C5CA-CC2D-C135-18D2-DF2DC79335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9C422-826F-03CD-7ED8-5B4AEC986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786"/>
            <a:ext cx="12192000" cy="515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407B-9FA8-4A14-59F2-91298275F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26FC-ACFF-534A-80D6-A1C6CC8FBF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46E59-6E4A-4133-01A4-528318CEAD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DEF5F-7363-8CB2-58BD-2D6DC6287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804"/>
            <a:ext cx="12192000" cy="517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9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87BDB-AC32-1749-FF49-EE721CE2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422D-5A87-7EAB-7A4D-6AA424C38F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EC602-6E6C-5AA9-677F-B1ED3BB341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2A948F-5ED5-54A1-216C-99150287F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4416"/>
            <a:ext cx="12192000" cy="550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3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B691-6907-354C-5C7C-FAC2866C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8B65-53F8-B174-DF19-4DD29C14D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B62E7-18BC-B0D3-0078-4C2297534C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B8E15-B632-EA02-7FC7-5E08BD6CA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7265"/>
            <a:ext cx="12192000" cy="474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5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E00F-3CD4-9B7B-C812-23DED7CF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810F-E287-686C-DF08-434BAA57E6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098AB-E1F7-841A-6FE0-1DE8C66937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97711-844C-6D18-129E-1FA35F342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166"/>
            <a:ext cx="12192000" cy="517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789C0-78DA-C4B7-B180-3F491406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ABAC-7204-6CA7-AE24-08892813F5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1BC37-8587-8DC6-E1B3-56245C3039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20DFA-93FF-1064-9AAE-821E0B8C7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441"/>
            <a:ext cx="12192000" cy="51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0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71FD2-EAF9-1C34-F02C-A0355C937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7F37-FAD3-18C4-7DAA-C2A3A72CDD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FFAFC-DCEE-CDAB-9654-BF360E04F1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82AB7-B407-CA1D-9592-E377323F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496"/>
            <a:ext cx="12192000" cy="519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83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AB026-F1B9-2919-79C7-D4F02EC1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6345-6FB4-309B-A922-DAFCD4D88F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47C50-8A51-A09B-4CC1-235902BB77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6D737-4677-4108-FB69-F1A8F2BD5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110"/>
            <a:ext cx="12192000" cy="46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7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6A7B-4680-D4CE-CABF-0B4C4BC5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82FC-F591-B389-D385-36DE0DC93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4"/>
            <a:ext cx="8791575" cy="1276708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Thank you</a:t>
            </a:r>
            <a:r>
              <a:rPr lang="en-GB" dirty="0"/>
              <a:t> 😎🙏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1AB21-F173-EF1B-0173-439B67003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654710"/>
            <a:ext cx="8791575" cy="1804219"/>
          </a:xfrm>
        </p:spPr>
        <p:txBody>
          <a:bodyPr/>
          <a:lstStyle/>
          <a:p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Name : Aditi .s. Nakade</a:t>
            </a:r>
          </a:p>
          <a:p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USN : CS25008 </a:t>
            </a:r>
            <a:endParaRPr lang="en-I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64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{ED998FF1-CEEB-460F-8080-72F38FC4D0B5}TF6d5feb1e-e145-43f1-b745-cb4b54c5ee975d365c52-ce22229b0e48</Template>
  <TotalTime>59</TotalTime>
  <Words>249</Words>
  <Application>Microsoft Office PowerPoint</Application>
  <PresentationFormat>Widescreen</PresentationFormat>
  <Paragraphs>48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Tw Cen MT</vt:lpstr>
      <vt:lpstr>Circuit</vt:lpstr>
      <vt:lpstr>Title: </vt:lpstr>
      <vt:lpstr>Introduction</vt:lpstr>
      <vt:lpstr>Objectives</vt:lpstr>
      <vt:lpstr>Technologies Used</vt:lpstr>
      <vt:lpstr>Website Features</vt:lpstr>
      <vt:lpstr>Menu Highlights</vt:lpstr>
      <vt:lpstr>User Interaction</vt:lpstr>
      <vt:lpstr>Design Elements</vt:lpstr>
      <vt:lpstr>Advantages</vt:lpstr>
      <vt:lpstr>Future Improvements</vt:lpstr>
      <vt:lpstr>Conclusion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😎🙏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nakade</dc:creator>
  <cp:lastModifiedBy>aditya nakade</cp:lastModifiedBy>
  <cp:revision>3</cp:revision>
  <dcterms:created xsi:type="dcterms:W3CDTF">2026-04-06T17:04:20Z</dcterms:created>
  <dcterms:modified xsi:type="dcterms:W3CDTF">2026-04-08T11:13:57Z</dcterms:modified>
</cp:coreProperties>
</file>